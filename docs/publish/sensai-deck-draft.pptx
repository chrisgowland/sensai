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528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wland, Chris" userId="3bcee6e6-7982-4a3a-8474-e218c220bc37" providerId="ADAL" clId="{B0F70214-9C0C-44C8-B63E-A54B36534CDA}"/>
    <pc:docChg chg="custSel modSld">
      <pc:chgData name="Gowland, Chris" userId="3bcee6e6-7982-4a3a-8474-e218c220bc37" providerId="ADAL" clId="{B0F70214-9C0C-44C8-B63E-A54B36534CDA}" dt="2026-03-01T18:32:56.756" v="1" actId="20577"/>
      <pc:docMkLst>
        <pc:docMk/>
      </pc:docMkLst>
      <pc:sldChg chg="modSp mod">
        <pc:chgData name="Gowland, Chris" userId="3bcee6e6-7982-4a3a-8474-e218c220bc37" providerId="ADAL" clId="{B0F70214-9C0C-44C8-B63E-A54B36534CDA}" dt="2026-03-01T18:32:56.756" v="1" actId="20577"/>
        <pc:sldMkLst>
          <pc:docMk/>
          <pc:sldMk cId="0" sldId="256"/>
        </pc:sldMkLst>
        <pc:spChg chg="mod">
          <ac:chgData name="Gowland, Chris" userId="3bcee6e6-7982-4a3a-8474-e218c220bc37" providerId="ADAL" clId="{B0F70214-9C0C-44C8-B63E-A54B36534CDA}" dt="2026-03-01T18:32:56.741" v="0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Gowland, Chris" userId="3bcee6e6-7982-4a3a-8474-e218c220bc37" providerId="ADAL" clId="{B0F70214-9C0C-44C8-B63E-A54B36534CDA}" dt="2026-03-01T18:32:56.756" v="1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9542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212080"/>
            <a:ext cx="12188952" cy="1645920"/>
          </a:xfrm>
          <a:prstGeom prst="rect">
            <a:avLst/>
          </a:prstGeom>
          <a:solidFill>
            <a:srgbClr val="0B5F71"/>
          </a:solidFill>
          <a:ln w="12700">
            <a:solidFill>
              <a:srgbClr val="0B5F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</a:rPr>
              <a:t>Sensai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FFFFFF"/>
                </a:solidFill>
              </a:rPr>
              <a:t>AI-powered market and competitor intelligence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22960" y="34747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FFFFFF"/>
                </a:solidFill>
              </a:rPr>
              <a:t>for faster commercial decisions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5715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Confidential | 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Sensai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39"/>
                </a:solidFill>
              </a:rPr>
              <a:t>The Problem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A68"/>
                </a:solidFill>
              </a:rPr>
              <a:t>Companies are data-rich but insight-poor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Critical market signals are public, but fragmented and underused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Strategy and marketing teams are stretched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Traditional research is expensive and slow for fast-moving markets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Decisions are delayed or made with partial evidence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Sensai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39"/>
                </a:solidFill>
              </a:rPr>
              <a:t>Why Now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A68"/>
                </a:solidFill>
              </a:rPr>
              <a:t>Market speed has increased. Decision cycles have not.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Competitor moves are faster and more frequent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Leadership expects evidence-backed decisions in real time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AI now makes large-scale signal processing practical and affordable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Firms need strategic insight without building full in-house capability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Sensai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39"/>
                </a:solidFill>
              </a:rPr>
              <a:t>Our Solution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A68"/>
                </a:solidFill>
              </a:rPr>
              <a:t>Sensai turns public data into decision-ready intelligence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AI-powered signal collection and synthesis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Advanced analytics to find what matters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Visual, executive-ready outputs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Clear commercial recommendations, not raw data summaries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Sensai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39"/>
                </a:solidFill>
              </a:rPr>
              <a:t>What You Get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A68"/>
                </a:solidFill>
              </a:rPr>
              <a:t>Outputs designed for action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Market and competitor landscape snapshots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Threat and opportunity alerts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Strategic implications by customer segment or market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Recommendation pack: what this means and what to do next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Sensai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39"/>
                </a:solidFill>
              </a:rPr>
              <a:t>How We Work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A68"/>
                </a:solidFill>
              </a:rPr>
              <a:t>Human + AI model for speed and trust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Define decision question and scope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Collect and structure relevant public signals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Analyze trends, moves, and implications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Apply analyst quality review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Deliver action plan and leadership-ready narrative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Sensai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39"/>
                </a:solidFill>
              </a:rPr>
              <a:t>Key Benefits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A68"/>
                </a:solidFill>
              </a:rPr>
              <a:t>Better decisions, lower cost, faster turnaround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Faster: days to insight, not weeks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Leaner: lower cost than analyst-heavy alternatives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Practical: recommendations tied to business decisions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Scalable: one-off projects or continuous intelligence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Sensai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39"/>
                </a:solidFill>
              </a:rPr>
              <a:t>Use Cases Snapshot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A68"/>
                </a:solidFill>
              </a:rPr>
              <a:t>Commercial outcomes, not just analysis outputs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Price optimization from competitor price scraping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Higher engagement from proposition and website reviews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Lower research spend through competitor intelligence automation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Faster action on competitor/regulatory changes with so-what alerts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Better conversion through online journey clarity reviews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Sharper differentiation from automated feature/proposition tracking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Sensai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39"/>
                </a:solidFill>
              </a:rPr>
              <a:t>Use Case Deep Dive 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A68"/>
                </a:solidFill>
              </a:rPr>
              <a:t>Competitor pricing intelligence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Track competitor pricing, promotions, and timing by region/product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Identify price corridors, discount pressure, and response windows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Recommend where to hold, raise, or adjust pricing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Commercial impact: improve margin protection and targeted win-rate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Sensai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39"/>
                </a:solidFill>
              </a:rPr>
              <a:t>Use Case Deep Dive B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A68"/>
                </a:solidFill>
              </a:rPr>
              <a:t>Engagement + conversion optimization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Review competitor and client digital journeys step-by-step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Identify friction, message gaps, and trust blockers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Prioritize changes to copy, structure, and visual quality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Commercial impact: increase qualified enquiries and conversion rates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Sensai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39"/>
                </a:solidFill>
              </a:rPr>
              <a:t>Use Case Deep Dive C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A68"/>
                </a:solidFill>
              </a:rPr>
              <a:t>Automated competitor/regulatory monitoring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Automate tracking of competitor moves and regulator actions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Convert events into plain-language so-what implications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Deliver recurring insight updates with recommended actions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Commercial impact: reduce research cost and accelerate response cycles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Sensai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39"/>
                </a:solidFill>
              </a:rPr>
              <a:t>Commercial Model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A68"/>
                </a:solidFill>
              </a:rPr>
              <a:t>Flexible engagement options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Insight Sprint (one-off): focused strategic question, 2-4 weeks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Always-On Intelligence: monthly insight cadence + quarterly deep dives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Strategic Partner: bespoke programs, workshops, executive support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Sensai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39"/>
                </a:solidFill>
              </a:rPr>
              <a:t>Competitive Review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A68"/>
                </a:solidFill>
              </a:rPr>
              <a:t>Most direct competitors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Inference Group (services model): https://inference-group.com/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Similarweb: https://www.similarweb.com/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Crayon: https://www.crayon.co/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Klue: https://klue.com/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Brand24: https://brand24.com/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Sensai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39"/>
                </a:solidFill>
              </a:rPr>
              <a:t>Competitive Pricing Snapshot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A68"/>
                </a:solidFill>
              </a:rPr>
              <a:t>Public pricing where available (Mar 1, 2026)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Inference Group: no public list pricing visible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Similarweb: from $125/month (annual billing) or $199 monthly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Crayon: tailored pricing via estimate request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Klue: no public list pricing visible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Brand24: from $149/month annual billing ($199 monthly)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Sensai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39"/>
                </a:solidFill>
              </a:rPr>
              <a:t>Why Sensai Wins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A68"/>
                </a:solidFill>
              </a:rPr>
              <a:t>Positioning advantage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Faster than traditional bespoke research cycles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More commercially actionable than raw monitoring tools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More flexible than software-only subscriptions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Clear outputs tied to pricing, growth, and competitive response decisions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Sensai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39"/>
                </a:solidFill>
              </a:rPr>
              <a:t>Founding Team Credentials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Chris Gowland, Co-Founder: senior business leader (profile lists Black Horse Finance)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Paul Speight, Co-Founder: channel strategy and cost optimization leader (profile lists Lloyds Banking Group)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Combined strength: commercial judgment + practical execution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Sensai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39"/>
                </a:solidFill>
              </a:rPr>
              <a:t>Call To Action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A68"/>
                </a:solidFill>
              </a:rPr>
              <a:t>Start with a focused Insight Sprint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Co-define your highest-priority commercial question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Deliver decision-ready evidence and recommendations in weeks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Convert to ongoing intelligence if value is proven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C2A39"/>
                </a:solidFill>
              </a:rPr>
              <a:t>Book a 45-minute discovery session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729</Words>
  <Application>Microsoft Office PowerPoint</Application>
  <PresentationFormat>Widescreen</PresentationFormat>
  <Paragraphs>135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Sensai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Sensai Deck Draft</dc:title>
  <dc:subject>Marketing Deck</dc:subject>
  <dc:creator>Sensai</dc:creator>
  <cp:lastModifiedBy>Gowland, Chris</cp:lastModifiedBy>
  <cp:revision>1</cp:revision>
  <dcterms:created xsi:type="dcterms:W3CDTF">2026-03-01T18:31:03Z</dcterms:created>
  <dcterms:modified xsi:type="dcterms:W3CDTF">2026-03-01T18:33:07Z</dcterms:modified>
</cp:coreProperties>
</file>